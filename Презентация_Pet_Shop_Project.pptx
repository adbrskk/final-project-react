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49C931-7D07-4B6F-9C4F-C96F1833A1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EAE8C6-FBE2-4B34-B119-9D2E9FC3A1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DBFD2E2-29EF-4CCC-BE2D-0272F20831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302BFDD-059E-44CF-A4E8-D853777F8D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E28F73F-761B-4D7E-81E8-41605ACC1F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CF072BE-0E98-46D1-8FF3-1A9D300417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F0A97A1-649C-451C-A8CC-3FF2C4389A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C488195-837C-4FBD-B6E2-82D0BB74A4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5D40917-242F-485C-B409-1DB9BF3301B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CE43D28-E958-40E7-BF84-E1F4B37368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7C04F61-8C1C-4BAA-B67F-07192F4CDB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D4B3E3-E459-40B7-8B54-C03B4F7D3EA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3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C5C604-713C-462A-9857-419F78A4DD8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8FE824-7484-4E06-AD05-B1F98313F81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6B4B55-8E70-48A0-B7B4-911303934B9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7455F7-E353-4627-B839-99F2591A5B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814AED-283E-4382-B704-3FDAD6B5529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1B9D81-436D-44BB-B639-57EAD14C36D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996426-6573-4512-9ADD-E92A823ACB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3439B8-A40E-4029-BB0E-3EDBBB78B02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Для правки текста заглавия щёлкните мышью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3EB570-568B-4367-9494-40535E73B2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BF5447-469B-4773-92AB-29BDD1D6DD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2936520" y="91440"/>
            <a:ext cx="6287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d50ff"/>
                </a:solidFill>
                <a:latin typeface="Calibri"/>
              </a:rPr>
              <a:t>Технологии, использованные в проекте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2385720" y="914400"/>
            <a:ext cx="7115400" cy="260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React — создание интерфейса из компонентов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React Router DOM — маршрутизация между страницами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Redux Toolkit — управление состоянием приложения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CSS Modules — стилизация компонентов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REST API — получение товаров и категорий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Git / GitHub — контроль версий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3912840" y="91440"/>
            <a:ext cx="4335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d50ff"/>
                </a:solidFill>
                <a:latin typeface="Calibri"/>
              </a:rPr>
              <a:t>Что было самым сложным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2153160" y="914400"/>
            <a:ext cx="7580160" cy="260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Настройка маршрутов для категорий и страниц товаров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Реализация корзины: количество, удаление, итоговая сумма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Фильтрация товаров по цене и скидкам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Связка Redux state с интерфейсом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Исправление ошибок роутинга и страницы 404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Адаптация верстки под разные экраны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4627440" y="91440"/>
            <a:ext cx="2905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d50ff"/>
                </a:solidFill>
                <a:latin typeface="Calibri"/>
              </a:rPr>
              <a:t>Чему я научилась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2722320" y="914400"/>
            <a:ext cx="6441840" cy="30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Лучше понимать структуру React-проекта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Работать с reducers, actions и store в Redux Toolkit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Использовать React Router в реальном проекте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Создавать переиспользуемые компоненты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Работать с формами и модальными окнами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Самостоятельно искать и исправлять ошибки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Calibri"/>
              </a:rPr>
              <a:t>Собирать полноценный интернет-магазин на React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Application>LibreOffice/24.2.1.2$Windows_X86_64 LibreOffice_project/db4def46b0453cc22e2d0305797cf981b68ef5ac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2026-04-24T09:05:45Z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